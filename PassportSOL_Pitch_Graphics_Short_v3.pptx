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784080" y="457200"/>
            <a:ext cx="1645920" cy="201168"/>
          </a:xfrm>
          <a:prstGeom prst="roundRect">
            <a:avLst/>
          </a:prstGeom>
          <a:solidFill>
            <a:srgbClr val="6331C2"/>
          </a:solidFill>
          <a:ln>
            <a:solidFill>
              <a:srgbClr val="633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0" y="749808"/>
            <a:ext cx="2286000" cy="164592"/>
          </a:xfrm>
          <a:prstGeom prst="roundRect">
            <a:avLst/>
          </a:prstGeom>
          <a:solidFill>
            <a:srgbClr val="1AB08C"/>
          </a:solidFill>
          <a:ln>
            <a:solidFill>
              <a:srgbClr val="1AB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966960" y="987552"/>
            <a:ext cx="1463040" cy="128016"/>
          </a:xfrm>
          <a:prstGeom prst="roundRect">
            <a:avLst/>
          </a:prstGeom>
          <a:solidFill>
            <a:srgbClr val="F57A5D"/>
          </a:solidFill>
          <a:ln>
            <a:solidFill>
              <a:srgbClr val="F57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475488"/>
            <a:ext cx="2560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6C6864"/>
                </a:solidFill>
                <a:latin typeface="Aptos"/>
              </a:rPr>
              <a:t>NEW DECK / SHORT VERSION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4937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 i="0">
                <a:solidFill>
                  <a:srgbClr val="18181D"/>
                </a:solidFill>
                <a:latin typeface="Georgia"/>
              </a:rPr>
              <a:t>PassportSOL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737360"/>
            <a:ext cx="49377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6331C2"/>
                </a:solidFill>
                <a:latin typeface="Georgia"/>
              </a:rPr>
              <a:t>Collect badges.
Unlock rewards.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926080"/>
            <a:ext cx="4846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6C6864"/>
                </a:solidFill>
                <a:latin typeface="Aptos"/>
              </a:rPr>
              <a:t>A collectible loyalty layer for Solana communities.</a:t>
            </a:r>
          </a:p>
        </p:txBody>
      </p:sp>
      <p:sp>
        <p:nvSpPr>
          <p:cNvPr id="9" name="Oval 8"/>
          <p:cNvSpPr/>
          <p:nvPr/>
        </p:nvSpPr>
        <p:spPr>
          <a:xfrm>
            <a:off x="7132320" y="1051560"/>
            <a:ext cx="1789938" cy="1789938"/>
          </a:xfrm>
          <a:prstGeom prst="ellipse">
            <a:avLst/>
          </a:prstGeom>
          <a:solidFill>
            <a:srgbClr val="FFFCF7"/>
          </a:solidFill>
          <a:ln w="12700">
            <a:solidFill>
              <a:srgbClr val="D6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305038" y="1421892"/>
            <a:ext cx="1419606" cy="1419606"/>
          </a:xfrm>
          <a:prstGeom prst="ellipse">
            <a:avLst/>
          </a:prstGeom>
          <a:solidFill>
            <a:srgbClr val="1AB08C"/>
          </a:solidFill>
          <a:ln w="12700">
            <a:solidFill>
              <a:srgbClr val="1AB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354312" y="2224278"/>
            <a:ext cx="987552" cy="987552"/>
          </a:xfrm>
          <a:prstGeom prst="ellipse">
            <a:avLst/>
          </a:prstGeom>
          <a:solidFill>
            <a:srgbClr val="C78F44"/>
          </a:solidFill>
          <a:ln w="12700">
            <a:solidFill>
              <a:srgbClr val="C78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iamond 11"/>
          <p:cNvSpPr/>
          <p:nvPr/>
        </p:nvSpPr>
        <p:spPr>
          <a:xfrm>
            <a:off x="7687818" y="2594610"/>
            <a:ext cx="740664" cy="740664"/>
          </a:xfrm>
          <a:prstGeom prst="diamond">
            <a:avLst/>
          </a:prstGeom>
          <a:solidFill>
            <a:srgbClr val="F57A5D"/>
          </a:solidFill>
          <a:ln w="12700">
            <a:solidFill>
              <a:srgbClr val="F57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>
            <a:off x="9045702" y="952805"/>
            <a:ext cx="678942" cy="678942"/>
          </a:xfrm>
          <a:prstGeom prst="triangle">
            <a:avLst/>
          </a:prstGeom>
          <a:solidFill>
            <a:srgbClr val="6331C2"/>
          </a:solidFill>
          <a:ln w="12700">
            <a:solidFill>
              <a:srgbClr val="633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0" y="4069080"/>
            <a:ext cx="46634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4370832"/>
            <a:ext cx="4023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18181D"/>
                </a:solidFill>
                <a:latin typeface="Aptos"/>
              </a:rPr>
              <a:t>Short story, bold visuals, screenshot-ready layout.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6331C2"/>
                </a:solidFill>
                <a:latin typeface="Aptos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4389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8181D"/>
                </a:solidFill>
                <a:latin typeface="Georgia"/>
              </a:rPr>
              <a:t>Airdrops feel random.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600200"/>
            <a:ext cx="2834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 i="0">
                <a:solidFill>
                  <a:srgbClr val="6C6864"/>
                </a:solidFill>
                <a:latin typeface="Aptos"/>
              </a:rPr>
              <a:t>Real fans get treated like anonymous wallets.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743200"/>
            <a:ext cx="2057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743200"/>
            <a:ext cx="164592" cy="960120"/>
          </a:xfrm>
          <a:prstGeom prst="rect">
            <a:avLst/>
          </a:prstGeom>
          <a:solidFill>
            <a:srgbClr val="F57A5D"/>
          </a:solidFill>
          <a:ln>
            <a:solidFill>
              <a:srgbClr val="F57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29077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6C6864"/>
                </a:solidFill>
                <a:latin typeface="Aptos"/>
              </a:rPr>
              <a:t>bot loss 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3127248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8181D"/>
                </a:solidFill>
                <a:latin typeface="Georgia"/>
              </a:rPr>
              <a:t>$94.5M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2743200"/>
            <a:ext cx="2057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17520" y="2743200"/>
            <a:ext cx="164592" cy="960120"/>
          </a:xfrm>
          <a:prstGeom prst="rect">
            <a:avLst/>
          </a:prstGeom>
          <a:solidFill>
            <a:srgbClr val="C78F44"/>
          </a:solidFill>
          <a:ln>
            <a:solidFill>
              <a:srgbClr val="C78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10128" y="29077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6C6864"/>
                </a:solidFill>
                <a:latin typeface="Aptos"/>
              </a:rPr>
              <a:t>user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0128" y="3127248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8181D"/>
                </a:solidFill>
                <a:latin typeface="Georgia"/>
              </a:rPr>
              <a:t>too weak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0" y="2743200"/>
            <a:ext cx="2057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57800" y="2743200"/>
            <a:ext cx="164592" cy="960120"/>
          </a:xfrm>
          <a:prstGeom prst="rect">
            <a:avLst/>
          </a:prstGeom>
          <a:solidFill>
            <a:srgbClr val="1AB08C"/>
          </a:solidFill>
          <a:ln>
            <a:solidFill>
              <a:srgbClr val="1AB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50408" y="29077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6C6864"/>
                </a:solidFill>
                <a:latin typeface="Aptos"/>
              </a:rPr>
              <a:t>collector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50408" y="3127248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8181D"/>
                </a:solidFill>
                <a:latin typeface="Georgia"/>
              </a:rPr>
              <a:t>missing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1280160"/>
            <a:ext cx="2926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737360"/>
            <a:ext cx="2377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8181D"/>
                </a:solidFill>
                <a:latin typeface="Aptos"/>
              </a:rPr>
              <a:t>What’s missing?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2331720"/>
            <a:ext cx="23317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6331C2"/>
                </a:solidFill>
                <a:latin typeface="Aptos"/>
              </a:rPr>
              <a:t>• </a:t>
            </a:r>
            <a:r>
              <a:rPr sz="1600">
                <a:solidFill>
                  <a:srgbClr val="18181D"/>
                </a:solidFill>
                <a:latin typeface="Aptos"/>
              </a:rPr>
              <a:t>proof of loyalty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6331C2"/>
                </a:solidFill>
                <a:latin typeface="Aptos"/>
              </a:rPr>
              <a:t>• </a:t>
            </a:r>
            <a:r>
              <a:rPr sz="1600">
                <a:solidFill>
                  <a:srgbClr val="18181D"/>
                </a:solidFill>
                <a:latin typeface="Aptos"/>
              </a:rPr>
              <a:t>something collectible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6331C2"/>
                </a:solidFill>
                <a:latin typeface="Aptos"/>
              </a:rPr>
              <a:t>• </a:t>
            </a:r>
            <a:r>
              <a:rPr sz="1600">
                <a:solidFill>
                  <a:srgbClr val="18181D"/>
                </a:solidFill>
                <a:latin typeface="Aptos"/>
              </a:rPr>
              <a:t>clean reward gating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6331C2"/>
                </a:solidFill>
                <a:latin typeface="Aptos"/>
              </a:rPr>
              <a:t>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5852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8181D"/>
                </a:solidFill>
                <a:latin typeface="Georgia"/>
              </a:rPr>
              <a:t>PassportSOL makes loyalty visible.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1">
                <a:solidFill>
                  <a:srgbClr val="6331C2"/>
                </a:solidFill>
                <a:latin typeface="Aptos"/>
              </a:rPr>
              <a:t>• </a:t>
            </a:r>
            <a:r>
              <a:rPr sz="1900">
                <a:solidFill>
                  <a:srgbClr val="18181D"/>
                </a:solidFill>
                <a:latin typeface="Aptos"/>
              </a:rPr>
              <a:t>Collect badges</a:t>
            </a:r>
          </a:p>
          <a:p>
            <a:pPr algn="l">
              <a:spcAft>
                <a:spcPts val="1000"/>
              </a:spcAft>
            </a:pPr>
            <a:r>
              <a:rPr sz="1900" b="1">
                <a:solidFill>
                  <a:srgbClr val="6331C2"/>
                </a:solidFill>
                <a:latin typeface="Aptos"/>
              </a:rPr>
              <a:t>• </a:t>
            </a:r>
            <a:r>
              <a:rPr sz="1900">
                <a:solidFill>
                  <a:srgbClr val="18181D"/>
                </a:solidFill>
                <a:latin typeface="Aptos"/>
              </a:rPr>
              <a:t>Build one passport</a:t>
            </a:r>
          </a:p>
          <a:p>
            <a:pPr algn="l">
              <a:spcAft>
                <a:spcPts val="1000"/>
              </a:spcAft>
            </a:pPr>
            <a:r>
              <a:rPr sz="1900" b="1">
                <a:solidFill>
                  <a:srgbClr val="6331C2"/>
                </a:solidFill>
                <a:latin typeface="Aptos"/>
              </a:rPr>
              <a:t>• </a:t>
            </a:r>
            <a:r>
              <a:rPr sz="1900">
                <a:solidFill>
                  <a:srgbClr val="18181D"/>
                </a:solidFill>
                <a:latin typeface="Aptos"/>
              </a:rPr>
              <a:t>Use it across communities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" y="4709160"/>
            <a:ext cx="44805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5001768"/>
            <a:ext cx="39319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6C6864"/>
                </a:solidFill>
                <a:latin typeface="Aptos"/>
              </a:rPr>
              <a:t>Short version: it feels more like a loyalty game than a claim form.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1143000"/>
            <a:ext cx="5212080" cy="493776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D6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35624" y="1307592"/>
            <a:ext cx="4919472" cy="256032"/>
          </a:xfrm>
          <a:prstGeom prst="roundRect">
            <a:avLst/>
          </a:prstGeom>
          <a:solidFill>
            <a:srgbClr val="18181D"/>
          </a:solidFill>
          <a:ln>
            <a:solidFill>
              <a:srgbClr val="1818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263640" y="1371600"/>
            <a:ext cx="73152" cy="73152"/>
          </a:xfrm>
          <a:prstGeom prst="ellipse">
            <a:avLst/>
          </a:prstGeom>
          <a:solidFill>
            <a:srgbClr val="F57A5D"/>
          </a:solidFill>
          <a:ln>
            <a:solidFill>
              <a:srgbClr val="F57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73368" y="1371600"/>
            <a:ext cx="73152" cy="73152"/>
          </a:xfrm>
          <a:prstGeom prst="ellipse">
            <a:avLst/>
          </a:prstGeom>
          <a:solidFill>
            <a:srgbClr val="C78F44"/>
          </a:solidFill>
          <a:ln>
            <a:solidFill>
              <a:srgbClr val="C78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83096" y="1371600"/>
            <a:ext cx="73152" cy="73152"/>
          </a:xfrm>
          <a:prstGeom prst="ellipse">
            <a:avLst/>
          </a:prstGeom>
          <a:solidFill>
            <a:srgbClr val="1AB08C"/>
          </a:solidFill>
          <a:ln>
            <a:solidFill>
              <a:srgbClr val="1AB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423160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1">
                <a:solidFill>
                  <a:srgbClr val="6C6864"/>
                </a:solidFill>
                <a:latin typeface="Aptos"/>
              </a:rPr>
              <a:t>APP SHOT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83464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6C6864"/>
                </a:solidFill>
                <a:latin typeface="Aptos"/>
              </a:rPr>
              <a:t>drop app screenshot here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6331C2"/>
                </a:solidFill>
                <a:latin typeface="Aptos"/>
              </a:rPr>
              <a:t>COLLECT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4389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8181D"/>
                </a:solidFill>
                <a:latin typeface="Georgia"/>
              </a:rPr>
              <a:t>Badges are the hook.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645920"/>
            <a:ext cx="19659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947672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18181D"/>
                </a:solidFill>
                <a:latin typeface="Aptos"/>
              </a:rPr>
              <a:t>events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645920"/>
            <a:ext cx="19659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1947672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18181D"/>
                </a:solidFill>
                <a:latin typeface="Aptos"/>
              </a:rPr>
              <a:t>dev proof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4920" y="1645920"/>
            <a:ext cx="19659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49240" y="1947672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18181D"/>
                </a:solidFill>
                <a:latin typeface="Aptos"/>
              </a:rPr>
              <a:t>.sol / ENS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3063240"/>
            <a:ext cx="6217920" cy="109728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D6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401568"/>
            <a:ext cx="5669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04A3A"/>
                </a:solidFill>
                <a:latin typeface="Georgia"/>
              </a:rPr>
              <a:t>More badges = stronger reputation = better rewards.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1143000"/>
            <a:ext cx="3657600" cy="502920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D6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644383" y="1307592"/>
            <a:ext cx="3364992" cy="256032"/>
          </a:xfrm>
          <a:prstGeom prst="roundRect">
            <a:avLst/>
          </a:prstGeom>
          <a:solidFill>
            <a:srgbClr val="18181D"/>
          </a:solidFill>
          <a:ln>
            <a:solidFill>
              <a:srgbClr val="1818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72399" y="1371600"/>
            <a:ext cx="73152" cy="73152"/>
          </a:xfrm>
          <a:prstGeom prst="ellipse">
            <a:avLst/>
          </a:prstGeom>
          <a:solidFill>
            <a:srgbClr val="F57A5D"/>
          </a:solidFill>
          <a:ln>
            <a:solidFill>
              <a:srgbClr val="F57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882127" y="1371600"/>
            <a:ext cx="73152" cy="73152"/>
          </a:xfrm>
          <a:prstGeom prst="ellipse">
            <a:avLst/>
          </a:prstGeom>
          <a:solidFill>
            <a:srgbClr val="C78F44"/>
          </a:solidFill>
          <a:ln>
            <a:solidFill>
              <a:srgbClr val="C78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991855" y="1371600"/>
            <a:ext cx="73152" cy="73152"/>
          </a:xfrm>
          <a:prstGeom prst="ellipse">
            <a:avLst/>
          </a:prstGeom>
          <a:solidFill>
            <a:srgbClr val="1AB08C"/>
          </a:solidFill>
          <a:ln>
            <a:solidFill>
              <a:srgbClr val="1AB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59" y="242316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1">
                <a:solidFill>
                  <a:srgbClr val="6C6864"/>
                </a:solidFill>
                <a:latin typeface="Aptos"/>
              </a:rPr>
              <a:t>APP SHOT 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59" y="2834640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6C6864"/>
                </a:solidFill>
                <a:latin typeface="Aptos"/>
              </a:rPr>
              <a:t>drop app screenshot here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6331C2"/>
                </a:solidFill>
                <a:latin typeface="Aptos"/>
              </a:rPr>
              <a:t>PASSPORT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18181D"/>
                </a:solidFill>
                <a:latin typeface="Georgia"/>
              </a:rPr>
              <a:t>One card.
All your proof.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2194560"/>
            <a:ext cx="3200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6C6864"/>
                </a:solidFill>
                <a:latin typeface="Aptos"/>
              </a:rPr>
              <a:t>Portable, simple, and easy to verify.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6331C2"/>
                </a:solidFill>
                <a:latin typeface="Aptos"/>
              </a:rPr>
              <a:t>• </a:t>
            </a:r>
            <a:r>
              <a:rPr sz="1800">
                <a:solidFill>
                  <a:srgbClr val="18181D"/>
                </a:solidFill>
                <a:latin typeface="Aptos"/>
              </a:rPr>
              <a:t>shareable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6331C2"/>
                </a:solidFill>
                <a:latin typeface="Aptos"/>
              </a:rPr>
              <a:t>• </a:t>
            </a:r>
            <a:r>
              <a:rPr sz="1800">
                <a:solidFill>
                  <a:srgbClr val="18181D"/>
                </a:solidFill>
                <a:latin typeface="Aptos"/>
              </a:rPr>
              <a:t>reusable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6331C2"/>
                </a:solidFill>
                <a:latin typeface="Aptos"/>
              </a:rPr>
              <a:t>• </a:t>
            </a:r>
            <a:r>
              <a:rPr sz="1800">
                <a:solidFill>
                  <a:srgbClr val="18181D"/>
                </a:solidFill>
                <a:latin typeface="Aptos"/>
              </a:rPr>
              <a:t>cross-community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09160" y="914400"/>
            <a:ext cx="5852160" cy="539496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D6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855464" y="1078992"/>
            <a:ext cx="5559552" cy="256032"/>
          </a:xfrm>
          <a:prstGeom prst="roundRect">
            <a:avLst/>
          </a:prstGeom>
          <a:solidFill>
            <a:srgbClr val="18181D"/>
          </a:solidFill>
          <a:ln>
            <a:solidFill>
              <a:srgbClr val="1818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983480" y="1143000"/>
            <a:ext cx="73152" cy="73152"/>
          </a:xfrm>
          <a:prstGeom prst="ellipse">
            <a:avLst/>
          </a:prstGeom>
          <a:solidFill>
            <a:srgbClr val="F57A5D"/>
          </a:solidFill>
          <a:ln>
            <a:solidFill>
              <a:srgbClr val="F57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093208" y="1143000"/>
            <a:ext cx="73152" cy="73152"/>
          </a:xfrm>
          <a:prstGeom prst="ellipse">
            <a:avLst/>
          </a:prstGeom>
          <a:solidFill>
            <a:srgbClr val="C78F44"/>
          </a:solidFill>
          <a:ln>
            <a:solidFill>
              <a:srgbClr val="C78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202936" y="1143000"/>
            <a:ext cx="73152" cy="73152"/>
          </a:xfrm>
          <a:prstGeom prst="ellipse">
            <a:avLst/>
          </a:prstGeom>
          <a:solidFill>
            <a:srgbClr val="1AB08C"/>
          </a:solidFill>
          <a:ln>
            <a:solidFill>
              <a:srgbClr val="1AB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19456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1">
                <a:solidFill>
                  <a:srgbClr val="6C6864"/>
                </a:solidFill>
                <a:latin typeface="Aptos"/>
              </a:rPr>
              <a:t>APP SHOT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60604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6C6864"/>
                </a:solidFill>
                <a:latin typeface="Aptos"/>
              </a:rPr>
              <a:t>drop app screenshot here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6331C2"/>
                </a:solidFill>
                <a:latin typeface="Aptos"/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3840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8181D"/>
                </a:solidFill>
                <a:latin typeface="Georgia"/>
              </a:rPr>
              <a:t>Simple pricing.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4672" y="1737360"/>
            <a:ext cx="448056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204A3A"/>
                </a:solidFill>
                <a:latin typeface="Aptos"/>
              </a:rPr>
              <a:t>Starter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2316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8181D"/>
                </a:solidFill>
                <a:latin typeface="Georgia"/>
              </a:rPr>
              <a:t>$49 / month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63240"/>
            <a:ext cx="3566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6C6864"/>
                </a:solidFill>
                <a:latin typeface="Aptos"/>
              </a:rPr>
              <a:t>Fixed monthly pricing for smaller launches and pilot communities.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0" y="1737360"/>
            <a:ext cx="4663440" cy="288036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D6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25312" y="205740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204A3A"/>
                </a:solidFill>
                <a:latin typeface="Aptos"/>
              </a:rPr>
              <a:t>Bigger projects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5312" y="2423160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8181D"/>
                </a:solidFill>
                <a:latin typeface="Georgia"/>
              </a:rPr>
              <a:t>Pay as you 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25312" y="3063240"/>
            <a:ext cx="3749039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6C6864"/>
                </a:solidFill>
                <a:latin typeface="Aptos"/>
              </a:rPr>
              <a:t>Usage-based pricing for larger campaigns and higher verification volume.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074920"/>
            <a:ext cx="950976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5330952"/>
            <a:ext cx="8869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18181D"/>
                </a:solidFill>
                <a:latin typeface="Aptos"/>
              </a:rPr>
              <a:t>Users never pay. Communities pay to reward real participation better.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" y="1097280"/>
            <a:ext cx="1458468" cy="1458468"/>
          </a:xfrm>
          <a:prstGeom prst="ellipse">
            <a:avLst/>
          </a:prstGeom>
          <a:solidFill>
            <a:srgbClr val="FFFCF7"/>
          </a:solidFill>
          <a:ln w="12700">
            <a:solidFill>
              <a:srgbClr val="D6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824227" y="1399032"/>
            <a:ext cx="1156716" cy="1156716"/>
          </a:xfrm>
          <a:prstGeom prst="ellipse">
            <a:avLst/>
          </a:prstGeom>
          <a:solidFill>
            <a:srgbClr val="1AB08C"/>
          </a:solidFill>
          <a:ln w="12700">
            <a:solidFill>
              <a:srgbClr val="1AB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79192" y="2052827"/>
            <a:ext cx="804672" cy="804672"/>
          </a:xfrm>
          <a:prstGeom prst="ellipse">
            <a:avLst/>
          </a:prstGeom>
          <a:solidFill>
            <a:srgbClr val="C78F44"/>
          </a:solidFill>
          <a:ln w="12700">
            <a:solidFill>
              <a:srgbClr val="C78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1321308" y="2354580"/>
            <a:ext cx="603504" cy="603504"/>
          </a:xfrm>
          <a:prstGeom prst="diamond">
            <a:avLst/>
          </a:prstGeom>
          <a:solidFill>
            <a:srgbClr val="F57A5D"/>
          </a:solidFill>
          <a:ln w="12700">
            <a:solidFill>
              <a:srgbClr val="F57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>
            <a:off x="2427732" y="1016813"/>
            <a:ext cx="553212" cy="553212"/>
          </a:xfrm>
          <a:prstGeom prst="triangle">
            <a:avLst/>
          </a:prstGeom>
          <a:solidFill>
            <a:srgbClr val="6331C2"/>
          </a:solidFill>
          <a:ln w="12700">
            <a:solidFill>
              <a:srgbClr val="633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3657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 i="0">
                <a:solidFill>
                  <a:srgbClr val="18181D"/>
                </a:solidFill>
                <a:latin typeface="Georgia"/>
              </a:rPr>
              <a:t>PassportSOL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114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6331C2"/>
                </a:solidFill>
                <a:latin typeface="Georgia"/>
              </a:rPr>
              <a:t>Collect badges.
Unlock rewards.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46120"/>
            <a:ext cx="4206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6C6864"/>
                </a:solidFill>
                <a:latin typeface="Aptos"/>
              </a:rPr>
              <a:t>A short, collectible pitch for a more human kind of reward system.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960120"/>
            <a:ext cx="5212080" cy="539496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D6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815584" y="1124712"/>
            <a:ext cx="4919472" cy="256032"/>
          </a:xfrm>
          <a:prstGeom prst="roundRect">
            <a:avLst/>
          </a:prstGeom>
          <a:solidFill>
            <a:srgbClr val="18181D"/>
          </a:solidFill>
          <a:ln>
            <a:solidFill>
              <a:srgbClr val="1818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943600" y="1188720"/>
            <a:ext cx="73152" cy="73152"/>
          </a:xfrm>
          <a:prstGeom prst="ellipse">
            <a:avLst/>
          </a:prstGeom>
          <a:solidFill>
            <a:srgbClr val="F57A5D"/>
          </a:solidFill>
          <a:ln>
            <a:solidFill>
              <a:srgbClr val="F57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053328" y="1188720"/>
            <a:ext cx="73152" cy="73152"/>
          </a:xfrm>
          <a:prstGeom prst="ellipse">
            <a:avLst/>
          </a:prstGeom>
          <a:solidFill>
            <a:srgbClr val="C78F44"/>
          </a:solidFill>
          <a:ln>
            <a:solidFill>
              <a:srgbClr val="C78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163056" y="1188720"/>
            <a:ext cx="73152" cy="73152"/>
          </a:xfrm>
          <a:prstGeom prst="ellipse">
            <a:avLst/>
          </a:prstGeom>
          <a:solidFill>
            <a:srgbClr val="1AB08C"/>
          </a:solidFill>
          <a:ln>
            <a:solidFill>
              <a:srgbClr val="1AB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2240280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1">
                <a:solidFill>
                  <a:srgbClr val="6C6864"/>
                </a:solidFill>
                <a:latin typeface="Aptos"/>
              </a:rPr>
              <a:t>HERO APP SHOT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265176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6C6864"/>
                </a:solidFill>
                <a:latin typeface="Aptos"/>
              </a:rPr>
              <a:t>drop app screenshot here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12648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6C6864"/>
                </a:solidFill>
                <a:latin typeface="Aptos"/>
              </a:rPr>
              <a:t>github.com/0jz/passportsol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