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PASSPORTSOL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Gitcoin gives the seed.
Solana grows the passport.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PassportSOL turns Gitcoin trust plus public Solana activity into collectible stamps.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Communities use that passport to reward real participation, not anonymous wallets.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seed +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SIGNAL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Airdrops still treat everyone like a fresh wallet.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Gitcoin alone does not tell a Solana community who actually stayed, built, voted, collected, or showed up.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That is why rewards leak to low-context wallets while real members look invisible.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$94.5M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WALLET FOG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Reputation should feel earned, visible, and native to Solana.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We start with Gitcoin as a cross-chain trust seed, then add stamps from open Solana data like wallet age, SNS, governance, collection history, and ecosystem activity.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The result is a living passport that gets stronger as your on-chain story grows.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living passport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STAMP LADDER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Collectible stamps are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Users do not just pass a check; they collect identity objects like Builder, Voter, Collector, Event Attendee, and Early Community.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Projects can read the same passport to gate rewards, campaigns, and access with one shared reputation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collect, not just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STAMP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WHY SOLANA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Solana makes this more useful, not just more on-chain.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Public wallet behavior, token activity, community signals, and low-cost updates make Solana the best place to turn reputation into a live product.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Gitcoin gives credibility at the edge, but Solana gives us the ongoing data that makes the passport worth checking.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native public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DATA 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Users collect for free.
Communities pay to use the passport.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Starter is a fixed $49 per month for smaller launches and pilot communities.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Larger projects pay as they go when they need more verification, segmentation, and reward gating.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$49 +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PRICING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PassportSOL makes Gitcoin useful inside Solana-native communities.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Our wedge is simple: collectible stamps powered by Gitcoin trust and public Solana data.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The more signal a wallet earns, the more confidently a community can reward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reward real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HERO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