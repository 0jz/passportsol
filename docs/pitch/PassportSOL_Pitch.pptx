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7315200" cy="7315200"/>
          </a:xfrm>
          <a:prstGeom prst="ellipse">
            <a:avLst/>
          </a:prstGeom>
          <a:solidFill>
            <a:srgbClr val="9945FF">
              <a:alpha val="8000"/>
            </a:srgbClr>
          </a:solidFill>
          <a:ln w="12700">
            <a:solidFill>
              <a:srgbClr val="9945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PassportSOL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your Solana story.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pay to read 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F46"/>
                </a:solidFill>
              </a:rPr>
              <a:t>Colosseum Hackathon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$94.5M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by bots. In one launch.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154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got nothing.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886200"/>
            <a:ext cx="2743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3F46"/>
                </a:solidFill>
              </a:rPr>
              <a:t>ZK airdrop, 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 can't tell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38988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difference.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3657600" cy="2240280"/>
          </a:xfrm>
          <a:prstGeom prst="rect">
            <a:avLst/>
          </a:prstGeom>
          <a:solidFill>
            <a:srgbClr val="14F195">
              <a:alpha val="1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on Solana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 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events attended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voter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4389120"/>
            <a:ext cx="2194560" cy="256032"/>
          </a:xfrm>
          <a:prstGeom prst="rect">
            <a:avLst/>
          </a:prstGeom>
          <a:solidFill>
            <a:srgbClr val="14F195">
              <a:alpha val="25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Real 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2423160"/>
            <a:ext cx="3657600" cy="2240280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971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3 days ago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389120"/>
            <a:ext cx="2194560" cy="256032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3F46"/>
                </a:solidFill>
              </a:rPr>
              <a:t>= same allocation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your wallet.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Solana story as a badge collection.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468880" cy="6583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2y+ wallet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468880" cy="658368"/>
          </a:xfrm>
          <a:prstGeom prst="rect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920240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DevCon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scan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1920240"/>
            <a:ext cx="2468880" cy="658368"/>
          </a:xfrm>
          <a:prstGeom prst="rect">
            <a:avLst/>
          </a:prstGeom>
          <a:solidFill>
            <a:srgbClr val="9945FF">
              <a:alpha val="12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920240"/>
            <a:ext cx="54864" cy="658368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 domain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2472" y="2267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yourname.sol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1812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2761488"/>
            <a:ext cx="246888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61488"/>
            <a:ext cx="548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1460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761488"/>
            <a:ext cx="2468880" cy="658368"/>
          </a:xfrm>
          <a:prstGeom prst="rect">
            <a:avLst/>
          </a:prstGeom>
          <a:solidFill>
            <a:srgbClr val="627EEA">
              <a:alpha val="12000"/>
            </a:srgbClr>
          </a:solidFill>
          <a:ln w="12700">
            <a:solidFill>
              <a:srgbClr val="627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761488"/>
            <a:ext cx="54864" cy="658368"/>
          </a:xfrm>
          <a:prstGeom prst="rect">
            <a:avLst/>
          </a:prstGeom>
          <a:solidFill>
            <a:srgbClr val="627EEA"/>
          </a:solidFill>
          <a:ln w="12700">
            <a:solidFill>
              <a:srgbClr val="627E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identity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7E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761488"/>
            <a:ext cx="2468880" cy="658368"/>
          </a:xfrm>
          <a:prstGeom prst="rect">
            <a:avLst/>
          </a:prstGeom>
          <a:solidFill>
            <a:srgbClr val="14F195">
              <a:alpha val="12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761488"/>
            <a:ext cx="54864" cy="658368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62472" y="3108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txs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81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F3F46"/>
                </a:solidFill>
              </a:rPr>
              <a:t>More badges = higher score = bigger reward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9945FF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874520" cy="3474720"/>
          </a:xfrm>
          <a:prstGeom prst="rect">
            <a:avLst/>
          </a:prstGeom>
          <a:solidFill>
            <a:srgbClr val="00C2FF">
              <a:alpha val="8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0"/>
            <a:ext cx="187452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C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LI.FI moves any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to Solana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3F46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87752" y="914400"/>
            <a:ext cx="1874520" cy="3474720"/>
          </a:xfrm>
          <a:prstGeom prst="rect">
            <a:avLst/>
          </a:prstGeom>
          <a:solidFill>
            <a:srgbClr val="9945FF">
              <a:alpha val="8000"/>
            </a:srgbClr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914400"/>
            <a:ext cx="1874520" cy="54864"/>
          </a:xfrm>
          <a:prstGeom prst="rect">
            <a:avLst/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679192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stamps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9192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GitHub,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.sol, wallet 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62272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3F46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72584" y="914400"/>
            <a:ext cx="1874520" cy="347472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914400"/>
            <a:ext cx="1874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764024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passport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64024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tx. All badges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on-chain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47104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3F46"/>
                </a:solidFill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57416" y="914400"/>
            <a:ext cx="1874520" cy="3474720"/>
          </a:xfrm>
          <a:prstGeom prst="rect">
            <a:avLst/>
          </a:prstGeom>
          <a:solidFill>
            <a:srgbClr val="14F195">
              <a:alpha val="8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914400"/>
            <a:ext cx="1874520" cy="54864"/>
          </a:xfrm>
          <a:prstGeom prst="rect">
            <a:avLst/>
          </a:prstGeom>
          <a:solidFill>
            <a:srgbClr val="14F195"/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12344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6848856" y="2423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rewards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48856" y="2944368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fans win.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get nothing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bridge. No stamps. No airdrop.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 pay.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26187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 never do.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297680" y="2468880"/>
            <a:ext cx="36576" cy="201168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mint, earn — free forever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663440" y="3840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to start  |  $0.05 per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operators  |  Launch teams  |  Event organizers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Bots can't fake time.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621792" cy="56692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2yr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19072" y="21762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of wallet history can't be manufactured overnight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621792" cy="566928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44368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IRL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30175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attendance stamps require physical presence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785616"/>
            <a:ext cx="621792" cy="566928"/>
          </a:xfrm>
          <a:prstGeom prst="rect">
            <a:avLst/>
          </a:prstGeom>
          <a:solidFill>
            <a:srgbClr val="14F195">
              <a:alpha val="20000"/>
            </a:srgbClr>
          </a:solidFill>
          <a:ln w="12700">
            <a:solidFill>
              <a:srgbClr val="14F1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85616"/>
            <a:ext cx="621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NET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19072" y="385876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who joins makes the signal richer for everyone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compounds. That's the moat.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14F195">
              <a:alpha val="5000"/>
            </a:srgbClr>
          </a:solidFill>
          <a:ln w="12700">
            <a:solidFill>
              <a:srgbClr val="14F195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PassportSOL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Solana veteran who spent two years building here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what's coming to him.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PassportSOL makes sure he gets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352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29000" y="4352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API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35040" y="4352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devnet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3F46"/>
                </a:solidFill>
              </a:rPr>
              <a:t>github.com/0jz/passportsol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PassportSOL</dc:title>
  <dc:subject>PptxGenJS Presentation</dc:subject>
  <dc:creator>PptxGenJS</dc:creator>
  <cp:lastModifiedBy>PptxGenJS</cp:lastModifiedBy>
  <cp:revision>1</cp:revision>
  <dcterms:created xsi:type="dcterms:W3CDTF">2026-05-11T20:44:03Z</dcterms:created>
  <dcterms:modified xsi:type="dcterms:W3CDTF">2026-05-11T20:44:03Z</dcterms:modified>
</cp:coreProperties>
</file>