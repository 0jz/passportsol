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7315200" cy="7315200"/>
          </a:xfrm>
          <a:prstGeom prst="ellipse">
            <a:avLst/>
          </a:prstGeom>
          <a:solidFill>
            <a:srgbClr val="9945FF">
              <a:alpha val="8000"/>
            </a:srgbClr>
          </a:solidFill>
          <a:ln w="12700">
            <a:solidFill>
              <a:srgbClr val="9945FF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PassportSOL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your Solana story.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pay to read it.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3F46"/>
                </a:solidFill>
              </a:rPr>
              <a:t>Colosseum Hackathon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$94.5M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drained by bots. In one launch.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got nothing.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886200"/>
            <a:ext cx="27432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69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F3F46"/>
                </a:solidFill>
              </a:rPr>
              <a:t>ZK airdrop, 2024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Projects can't tell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138988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difference.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3657600" cy="2240280"/>
          </a:xfrm>
          <a:prstGeom prst="rect">
            <a:avLst/>
          </a:prstGeom>
          <a:solidFill>
            <a:srgbClr val="14F195">
              <a:alpha val="10000"/>
            </a:srgbClr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9718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 on Solana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.sol domain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events attended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voter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4389120"/>
            <a:ext cx="2194560" cy="256032"/>
          </a:xfrm>
          <a:prstGeom prst="rect">
            <a:avLst/>
          </a:prstGeom>
          <a:solidFill>
            <a:srgbClr val="14F195">
              <a:alpha val="25000"/>
            </a:srgbClr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4389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</a:rPr>
              <a:t>Real user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2423160"/>
            <a:ext cx="3657600" cy="2240280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0" y="29718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3 days ago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4389120"/>
            <a:ext cx="2194560" cy="256032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4389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Bot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F3F46"/>
                </a:solidFill>
              </a:rPr>
              <a:t>= same allocation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 your wallet.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Solana story as a badge collection.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2468880" cy="6583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92024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OG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2267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2y+ wallet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2084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920240"/>
            <a:ext cx="2468880" cy="658368"/>
          </a:xfrm>
          <a:prstGeom prst="rect">
            <a:avLst/>
          </a:prstGeom>
          <a:solidFill>
            <a:srgbClr val="00C2FF">
              <a:alpha val="12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920240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DevCon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10712" y="2267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scan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66360" y="2084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97880" y="1920240"/>
            <a:ext cx="2468880" cy="658368"/>
          </a:xfrm>
          <a:prstGeom prst="rect">
            <a:avLst/>
          </a:prstGeom>
          <a:solidFill>
            <a:srgbClr val="9945FF">
              <a:alpha val="12000"/>
            </a:srgbClr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1920240"/>
            <a:ext cx="54864" cy="658368"/>
          </a:xfrm>
          <a:prstGeom prst="rect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2472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.sol domain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62472" y="2267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yourname.sol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18120" y="2084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2761488"/>
            <a:ext cx="246888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761488"/>
            <a:ext cx="5486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852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" y="3108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dev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1460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2761488"/>
            <a:ext cx="2468880" cy="658368"/>
          </a:xfrm>
          <a:prstGeom prst="rect">
            <a:avLst/>
          </a:prstGeom>
          <a:solidFill>
            <a:srgbClr val="627EEA">
              <a:alpha val="12000"/>
            </a:srgbClr>
          </a:solidFill>
          <a:ln w="12700">
            <a:solidFill>
              <a:srgbClr val="627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761488"/>
            <a:ext cx="54864" cy="658368"/>
          </a:xfrm>
          <a:prstGeom prst="rect">
            <a:avLst/>
          </a:prstGeom>
          <a:solidFill>
            <a:srgbClr val="627EEA"/>
          </a:solidFill>
          <a:ln w="12700">
            <a:solidFill>
              <a:srgbClr val="627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852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10712" y="3108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identity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6636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7E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761488"/>
            <a:ext cx="2468880" cy="658368"/>
          </a:xfrm>
          <a:prstGeom prst="rect">
            <a:avLst/>
          </a:prstGeom>
          <a:solidFill>
            <a:srgbClr val="14F195">
              <a:alpha val="12000"/>
            </a:srgbClr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761488"/>
            <a:ext cx="54864" cy="658368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62472" y="2852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Trader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62472" y="3108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txs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1812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F3F46"/>
                </a:solidFill>
              </a:rPr>
              <a:t>More badges = higher score = bigger reward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9945FF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874520" cy="3474720"/>
          </a:xfrm>
          <a:prstGeom prst="rect">
            <a:avLst/>
          </a:prstGeom>
          <a:solidFill>
            <a:srgbClr val="00C2FF">
              <a:alpha val="8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14400"/>
            <a:ext cx="187452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94360" y="2423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944368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LI.FI moves any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to Solana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2514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3F46"/>
                </a:solidFill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87752" y="914400"/>
            <a:ext cx="1874520" cy="3474720"/>
          </a:xfrm>
          <a:prstGeom prst="rect">
            <a:avLst/>
          </a:prstGeom>
          <a:solidFill>
            <a:srgbClr val="9945FF">
              <a:alpha val="8000"/>
            </a:srgbClr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7752" y="914400"/>
            <a:ext cx="1874520" cy="54864"/>
          </a:xfrm>
          <a:prstGeom prst="rect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2344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2679192" y="2423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stamps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79192" y="2944368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GitHub,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.sol, wallet 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62272" y="2514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3F46"/>
                </a:solidFill>
              </a:rPr>
              <a:t>&gt;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72584" y="914400"/>
            <a:ext cx="1874520" cy="3474720"/>
          </a:xfrm>
          <a:prstGeom prst="rect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914400"/>
            <a:ext cx="1874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12344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4764024" y="2423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passport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64024" y="2944368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tx. All badges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on-chain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47104" y="2514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3F46"/>
                </a:solidFill>
              </a:rPr>
              <a:t>&gt;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57416" y="914400"/>
            <a:ext cx="1874520" cy="3474720"/>
          </a:xfrm>
          <a:prstGeom prst="rect">
            <a:avLst/>
          </a:prstGeom>
          <a:solidFill>
            <a:srgbClr val="14F195">
              <a:alpha val="8000"/>
            </a:srgbClr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57416" y="914400"/>
            <a:ext cx="1874520" cy="54864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57416" y="12344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6400" dirty="0"/>
          </a:p>
        </p:txBody>
      </p:sp>
      <p:sp>
        <p:nvSpPr>
          <p:cNvPr id="24" name="Text 22"/>
          <p:cNvSpPr/>
          <p:nvPr/>
        </p:nvSpPr>
        <p:spPr>
          <a:xfrm>
            <a:off x="6848856" y="2423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rewards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48856" y="2944368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fans win.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get nothing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bridge. No stamps. No airdrop.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Projects pay.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126187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Users never do.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4297680" y="2468880"/>
            <a:ext cx="36576" cy="2011680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mint, earn — free forever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operators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2880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663440" y="3840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 to start  |  $0.05 per 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operators  |  Launch teams  |  Event organizers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Bots can't fake time.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14400" y="2103120"/>
            <a:ext cx="621792" cy="56692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03120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2yr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19072" y="2176272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 of wallet history can't be manufactured overnight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944368"/>
            <a:ext cx="621792" cy="566928"/>
          </a:xfrm>
          <a:prstGeom prst="rect">
            <a:avLst/>
          </a:prstGeom>
          <a:solidFill>
            <a:srgbClr val="00C2FF">
              <a:alpha val="2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44368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IRL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19072" y="30175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attendance stamps require physical presence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785616"/>
            <a:ext cx="621792" cy="566928"/>
          </a:xfrm>
          <a:prstGeom prst="rect">
            <a:avLst/>
          </a:prstGeom>
          <a:solidFill>
            <a:srgbClr val="14F195">
              <a:alpha val="20000"/>
            </a:srgbClr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85616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</a:rPr>
              <a:t>NET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19072" y="385876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who joins makes the signal richer for everyone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compounds. That's the moat.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-914400"/>
            <a:ext cx="7315200" cy="7315200"/>
          </a:xfrm>
          <a:prstGeom prst="ellipse">
            <a:avLst/>
          </a:prstGeom>
          <a:solidFill>
            <a:srgbClr val="14F195">
              <a:alpha val="5000"/>
            </a:srgbClr>
          </a:solidFill>
          <a:ln w="12700">
            <a:solidFill>
              <a:srgbClr val="14F195">
                <a:alpha val="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PassportSOL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Solana veteran who spent two years building here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591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deserves what's coming to him.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852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PassportSOL makes sure he gets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43525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35661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29000" y="43525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API plan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35661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035040" y="43525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devnet today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3F46"/>
                </a:solidFill>
              </a:rPr>
              <a:t>github.com/0jz/passportsol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am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Circle"/>
          <p:cNvSpPr/>
          <p:nvPr/>
        </p:nvSpPr>
        <p:spPr>
          <a:xfrm>
            <a:off x="5486400" y="-914400"/>
            <a:ext cx="6858000" cy="6858000"/>
          </a:xfrm>
          <a:prstGeom prst="ellipse">
            <a:avLst/>
          </a:prstGeom>
          <a:solidFill>
            <a:srgbClr val="9945FF">
              <a:alpha val="4000"/>
            </a:srgbClr>
          </a:solidFill>
          <a:ln w="0">
            <a:noFill/>
          </a:ln>
        </p:spPr>
      </p:sp>
      <p:sp>
        <p:nvSpPr>
          <p:cNvPr id="3" name="SectionLabel"/>
          <p:cNvSpPr>
            <a:spLocks noGrp="1"/>
          </p:cNvSpPr>
          <p:nvPr/>
        </p:nvSpPr>
        <p:spPr>
          <a:xfrm>
            <a:off x="457200" y="228600"/>
            <a:ext cx="3200400" cy="3429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400" b="1" spc="300" dirty="0">
                <a:solidFill>
                  <a:srgbClr val="14F195"/>
                </a:solidFill>
                <a:latin typeface="Calibri"/>
              </a:rPr>
              <a:t>T E A M</a:t>
            </a:r>
          </a:p>
        </p:txBody>
      </p:sp>
      <p:sp>
        <p:nvSpPr>
          <p:cNvPr id="4" name="Headline"/>
          <p:cNvSpPr>
            <a:spLocks noGrp="1"/>
          </p:cNvSpPr>
          <p:nvPr/>
        </p:nvSpPr>
        <p:spPr>
          <a:xfrm>
            <a:off x="457200" y="571500"/>
            <a:ext cx="5486400" cy="6858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</a:rPr>
              <a:t>Meet the Team</a:t>
            </a:r>
          </a:p>
        </p:txBody>
      </p:sp>
      <p:sp>
        <p:nvSpPr>
          <p:cNvPr id="5" name="Avatar1"/>
          <p:cNvSpPr/>
          <p:nvPr/>
        </p:nvSpPr>
        <p:spPr>
          <a:xfrm>
            <a:off x="1124100" y="1600200"/>
            <a:ext cx="1143000" cy="1143000"/>
          </a:xfrm>
          <a:prstGeom prst="ellipse">
            <a:avLst/>
          </a:prstGeom>
          <a:solidFill>
            <a:srgbClr val="9945FF">
              <a:alpha val="6000"/>
            </a:srgbClr>
          </a:solidFill>
          <a:ln w="25400">
            <a:solidFill>
              <a:srgbClr val="9945FF"/>
            </a:solidFill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6" name="Name1"/>
          <p:cNvSpPr>
            <a:spLocks noGrp="1"/>
          </p:cNvSpPr>
          <p:nvPr/>
        </p:nvSpPr>
        <p:spPr>
          <a:xfrm>
            <a:off x="457200" y="2857500"/>
            <a:ext cx="2590800" cy="4000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/>
              </a:rPr>
              <a:t>Name Surname</a:t>
            </a:r>
          </a:p>
        </p:txBody>
      </p:sp>
      <p:sp>
        <p:nvSpPr>
          <p:cNvPr id="7" name="Role1"/>
          <p:cNvSpPr>
            <a:spLocks noGrp="1"/>
          </p:cNvSpPr>
          <p:nvPr/>
        </p:nvSpPr>
        <p:spPr>
          <a:xfrm>
            <a:off x="457200" y="3257550"/>
            <a:ext cx="2590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A1A1AA"/>
                </a:solidFill>
                <a:latin typeface="Calibri"/>
              </a:rPr>
              <a:t>Role / Title</a:t>
            </a:r>
          </a:p>
        </p:txBody>
      </p:sp>
      <p:sp>
        <p:nvSpPr>
          <p:cNvPr id="8" name="Avatar2"/>
          <p:cNvSpPr/>
          <p:nvPr/>
        </p:nvSpPr>
        <p:spPr>
          <a:xfrm>
            <a:off x="3943500" y="1600200"/>
            <a:ext cx="1143000" cy="1143000"/>
          </a:xfrm>
          <a:prstGeom prst="ellipse">
            <a:avLst/>
          </a:prstGeom>
          <a:solidFill>
            <a:srgbClr val="14F195">
              <a:alpha val="5000"/>
            </a:srgbClr>
          </a:solidFill>
          <a:ln w="25400">
            <a:solidFill>
              <a:srgbClr val="14F195"/>
            </a:solidFill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09090B"/>
                </a:solidFill>
                <a:latin typeface="Calibri"/>
              </a:rPr>
              <a:t>?</a:t>
            </a:r>
          </a:p>
        </p:txBody>
      </p:sp>
      <p:sp>
        <p:nvSpPr>
          <p:cNvPr id="9" name="Name2"/>
          <p:cNvSpPr>
            <a:spLocks noGrp="1"/>
          </p:cNvSpPr>
          <p:nvPr/>
        </p:nvSpPr>
        <p:spPr>
          <a:xfrm>
            <a:off x="3276600" y="2857500"/>
            <a:ext cx="2590800" cy="4000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/>
              </a:rPr>
              <a:t>Name Surname</a:t>
            </a:r>
          </a:p>
        </p:txBody>
      </p:sp>
      <p:sp>
        <p:nvSpPr>
          <p:cNvPr id="10" name="Role2"/>
          <p:cNvSpPr>
            <a:spLocks noGrp="1"/>
          </p:cNvSpPr>
          <p:nvPr/>
        </p:nvSpPr>
        <p:spPr>
          <a:xfrm>
            <a:off x="3276600" y="3257550"/>
            <a:ext cx="2590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A1A1AA"/>
                </a:solidFill>
                <a:latin typeface="Calibri"/>
              </a:rPr>
              <a:t>Role / Title</a:t>
            </a:r>
          </a:p>
        </p:txBody>
      </p:sp>
      <p:sp>
        <p:nvSpPr>
          <p:cNvPr id="11" name="Avatar3"/>
          <p:cNvSpPr/>
          <p:nvPr/>
        </p:nvSpPr>
        <p:spPr>
          <a:xfrm>
            <a:off x="6762900" y="1600200"/>
            <a:ext cx="1143000" cy="1143000"/>
          </a:xfrm>
          <a:prstGeom prst="ellipse">
            <a:avLst/>
          </a:prstGeom>
          <a:solidFill>
            <a:srgbClr val="9945FF">
              <a:alpha val="6000"/>
            </a:srgbClr>
          </a:solidFill>
          <a:ln w="25400">
            <a:solidFill>
              <a:srgbClr val="9945FF"/>
            </a:solidFill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2" name="Name3"/>
          <p:cNvSpPr>
            <a:spLocks noGrp="1"/>
          </p:cNvSpPr>
          <p:nvPr/>
        </p:nvSpPr>
        <p:spPr>
          <a:xfrm>
            <a:off x="6096000" y="2857500"/>
            <a:ext cx="2590800" cy="4000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/>
              </a:rPr>
              <a:t>Name Surname</a:t>
            </a:r>
          </a:p>
        </p:txBody>
      </p:sp>
      <p:sp>
        <p:nvSpPr>
          <p:cNvPr id="13" name="Role3"/>
          <p:cNvSpPr>
            <a:spLocks noGrp="1"/>
          </p:cNvSpPr>
          <p:nvPr/>
        </p:nvSpPr>
        <p:spPr>
          <a:xfrm>
            <a:off x="6096000" y="3257550"/>
            <a:ext cx="2590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A1A1AA"/>
                </a:solidFill>
                <a:latin typeface="Calibri"/>
              </a:rPr>
              <a:t>Role / Title</a:t>
            </a:r>
          </a:p>
        </p:txBody>
      </p:sp>
      <p:sp>
        <p:nvSpPr>
          <p:cNvPr id="14" name="Tagline"/>
          <p:cNvSpPr>
            <a:spLocks noGrp="1"/>
          </p:cNvSpPr>
          <p:nvPr/>
        </p:nvSpPr>
        <p:spPr>
          <a:xfrm>
            <a:off x="457200" y="4457700"/>
            <a:ext cx="82296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52525B"/>
                </a:solidFill>
                <a:latin typeface="Calibri"/>
              </a:rPr>
              <a:t>github.com/0jz/passportsol  |  Colosseum Frontier 2025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PassportSOL</dc:title>
  <dc:subject>PptxGenJS Presentation</dc:subject>
  <dc:creator>PptxGenJS</dc:creator>
  <cp:lastModifiedBy>PptxGenJS</cp:lastModifiedBy>
  <cp:revision>1</cp:revision>
  <dcterms:created xsi:type="dcterms:W3CDTF">2026-05-11T20:44:03Z</dcterms:created>
  <dcterms:modified xsi:type="dcterms:W3CDTF">2026-05-11T20:44:03Z</dcterms:modified>
</cp:coreProperties>
</file>