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645920" cy="256032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93A2E"/>
                </a:solidFill>
                <a:latin typeface="Aptos"/>
              </a:rPr>
              <a:t>COLLECTIBLE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1B18"/>
                </a:solidFill>
                <a:latin typeface="Georgia"/>
              </a:rPr>
              <a:t>PassportSOL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93A2E"/>
                </a:solidFill>
                <a:latin typeface="Georgia"/>
              </a:rPr>
              <a:t>Collect badges. Build reputation. Unlock rewards.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D6962"/>
                </a:solidFill>
                <a:latin typeface="Aptos"/>
              </a:rPr>
              <a:t>PassportSOL turns on-chain identity into a collectible reward loop that projects can trust and users actually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114800"/>
            <a:ext cx="128016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Free for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4114800"/>
            <a:ext cx="146304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Built for Solana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5887" y="4114800"/>
            <a:ext cx="155448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Sybil resistant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4572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097280"/>
            <a:ext cx="4170272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12280" y="548640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6D6962"/>
                </a:solidFill>
                <a:latin typeface="Aptos"/>
              </a:rPr>
              <a:t>A loyalty passport for communities that reward real participation.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93A2E"/>
                </a:solidFill>
                <a:latin typeface="Aptos"/>
              </a:rP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B1B18"/>
                </a:solidFill>
                <a:latin typeface="Georgia"/>
              </a:rPr>
              <a:t>Airdrops reward speed. Communities want to reward belonging.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743200" cy="1828800"/>
          </a:xfrm>
          <a:prstGeom prst="roundRect">
            <a:avLst/>
          </a:prstGeom>
          <a:solidFill>
            <a:srgbClr val="193A2E"/>
          </a:solidFill>
          <a:ln w="12700">
            <a:solidFill>
              <a:srgbClr val="19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$94.5M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drained by sybil bots in one airdrop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737360"/>
            <a:ext cx="6949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93A2E"/>
                </a:solidFill>
                <a:latin typeface="Aptos"/>
              </a:rPr>
              <a:t>• </a:t>
            </a:r>
            <a:r>
              <a:rPr sz="1800">
                <a:solidFill>
                  <a:srgbClr val="1B1B18"/>
                </a:solidFill>
                <a:latin typeface="Aptos"/>
              </a:rPr>
              <a:t>Projects struggle to tell a loyal fan from a temporary wallet farm.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93A2E"/>
                </a:solidFill>
                <a:latin typeface="Aptos"/>
              </a:rPr>
              <a:t>• </a:t>
            </a:r>
            <a:r>
              <a:rPr sz="1800">
                <a:solidFill>
                  <a:srgbClr val="1B1B18"/>
                </a:solidFill>
                <a:latin typeface="Aptos"/>
              </a:rPr>
              <a:t>Users get one more claim page instead of something fun to collect and keep.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93A2E"/>
                </a:solidFill>
                <a:latin typeface="Aptos"/>
              </a:rPr>
              <a:t>• </a:t>
            </a:r>
            <a:r>
              <a:rPr sz="1800">
                <a:solidFill>
                  <a:srgbClr val="1B1B18"/>
                </a:solidFill>
                <a:latin typeface="Aptos"/>
              </a:rPr>
              <a:t>Cross-chain users still need an easy first step into Solana before they can participate.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698480" cy="150876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B1B18"/>
                </a:solidFill>
                <a:latin typeface="Georgia"/>
              </a:rPr>
              <a:t>The real opportunity is not another whitelist. It is a collectible loyalty layer that makes participation visible, portable, and worth building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93A2E"/>
                </a:solidFill>
                <a:latin typeface="Apto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B1B18"/>
                </a:solidFill>
                <a:latin typeface="Georgia"/>
              </a:rPr>
              <a:t>Simple for users. Sticky for communities.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Fund a Solana wallet in one smooth step, even if the user starts on another chain.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Collect badges for real signals like events, dev identity, and community presence.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Mint one passport that turns those signals into a reusable reputation card.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Unlock rewards that feel earned, not sprayed at random wallets.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12080"/>
            <a:ext cx="137160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Smooth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5212080"/>
            <a:ext cx="164592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Collectible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212080"/>
            <a:ext cx="155448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Portable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051560"/>
            <a:ext cx="5669280" cy="516636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124712"/>
            <a:ext cx="5522976" cy="5020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93A2E"/>
                </a:solidFill>
                <a:latin typeface="Aptos"/>
              </a:rPr>
              <a:t>COLLECTOR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B1B18"/>
                </a:solidFill>
                <a:latin typeface="Georgia"/>
              </a:rPr>
              <a:t>Badges make participation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3840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D6962"/>
                </a:solidFill>
                <a:latin typeface="Aptos"/>
              </a:rPr>
              <a:t>Every badge gives the user something to show: attended, built, claimed, belonged. That is what turns a one-time campaign into a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Feels like a loyalty card, not a compliance form.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Encourages repeat engagement because people want the full set.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Raises reward quality because badges are harder for bots to fake.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005840"/>
            <a:ext cx="6080760" cy="54406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078992"/>
            <a:ext cx="5934456" cy="5294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93A2E"/>
                </a:solidFill>
                <a:latin typeface="Aptos"/>
              </a:rPr>
              <a:t>THE PASSPORT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B1B18"/>
                </a:solidFill>
                <a:latin typeface="Georgia"/>
              </a:rPr>
              <a:t>One card. All your proof.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34440"/>
            <a:ext cx="5623560" cy="502920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5477256" cy="48828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37160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7830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3A2E"/>
                </a:solidFill>
                <a:latin typeface="Aptos"/>
              </a:rPr>
              <a:t>A passport people actually want to keep: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331720"/>
            <a:ext cx="3611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Collectible: your progress is visible and shareable.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Portable: one identity can travel across Solana apps and communities.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Compounding: the more you collect, the stronger your reputation becomes.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074920"/>
            <a:ext cx="3611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D6962"/>
                </a:solidFill>
                <a:latin typeface="Aptos"/>
              </a:rPr>
              <a:t>Projects do not need to rebuild trust from scratch every time. Users bring their passport with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93A2E"/>
                </a:solidFill>
                <a:latin typeface="Aptos"/>
              </a:rPr>
              <a:t>WHY IT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B1B18"/>
                </a:solidFill>
                <a:latin typeface="Georgia"/>
              </a:rPr>
              <a:t>PassportSOL makes sybil defense feel invisible.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34440"/>
            <a:ext cx="5715000" cy="502920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5568696" cy="4882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155448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For users: a smooth entry point, clear progress, and rewards that feel earned.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For projects: fewer fake claimants and a better way to find real community members.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93A2E"/>
                </a:solidFill>
                <a:latin typeface="Aptos"/>
              </a:rPr>
              <a:t>• </a:t>
            </a:r>
            <a:r>
              <a:rPr sz="1700">
                <a:solidFill>
                  <a:srgbClr val="1B1B18"/>
                </a:solidFill>
                <a:latin typeface="Aptos"/>
              </a:rPr>
              <a:t>For the product: security sits in the background while the front-end experience stays playful and collectible.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4709160"/>
            <a:ext cx="3794760" cy="96012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49834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B1B18"/>
                </a:solidFill>
                <a:latin typeface="Aptos"/>
              </a:rPr>
              <a:t>The experience leads with collecting. The defense is built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93A2E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B1B18"/>
                </a:solidFill>
                <a:latin typeface="Georgia"/>
              </a:rPr>
              <a:t>Projects pay. Users never 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2057400" cy="1097280"/>
          </a:xfrm>
          <a:prstGeom prst="roundRect">
            <a:avLst/>
          </a:prstGeom>
          <a:solidFill>
            <a:srgbClr val="193A2E"/>
          </a:solidFill>
          <a:ln w="12700">
            <a:solidFill>
              <a:srgbClr val="19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$0 user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4846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93A2E"/>
                </a:solidFill>
                <a:latin typeface="Georgia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1B18"/>
                </a:solidFill>
                <a:latin typeface="Georgia"/>
              </a:rPr>
              <a:t>$49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15968"/>
            <a:ext cx="3977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D6962"/>
                </a:solidFill>
                <a:latin typeface="Aptos"/>
              </a:rPr>
              <a:t>A fixed monthly price for smaller launches, new communities, and pilot campaigns.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971800"/>
            <a:ext cx="4983480" cy="22402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93A2E"/>
                </a:solidFill>
                <a:latin typeface="Georgia"/>
              </a:rPr>
              <a:t>Larger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7033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1B18"/>
                </a:solidFill>
                <a:latin typeface="Georgia"/>
              </a:rPr>
              <a:t>Pay as you 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315968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D6962"/>
                </a:solidFill>
                <a:latin typeface="Aptos"/>
              </a:rPr>
              <a:t>Volume-based pricing for bigger drops, bigger communities, and higher verification demand.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669280"/>
            <a:ext cx="155448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Memecoin launches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669280"/>
            <a:ext cx="150876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NFT communities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5669280"/>
            <a:ext cx="77724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DAOs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5669280"/>
            <a:ext cx="86868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Games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5669280"/>
            <a:ext cx="1371600" cy="310896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93A2E"/>
                </a:solidFill>
                <a:latin typeface="Aptos"/>
              </a:rPr>
              <a:t>DeFi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77240"/>
            <a:ext cx="10744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4039951" cy="4251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51960" y="128016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93A2E"/>
                </a:solidFill>
                <a:latin typeface="Aptos"/>
              </a:rPr>
              <a:t>PASSPORTSOL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1960" y="1691640"/>
            <a:ext cx="6035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1B18"/>
                </a:solidFill>
                <a:latin typeface="Georgia"/>
              </a:rPr>
              <a:t>The collectible reputation layer for Solana communities.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97180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D6962"/>
                </a:solidFill>
                <a:latin typeface="Aptos"/>
              </a:rPr>
              <a:t>Users collect badges. Communities reward real participation. Bots have less room to hide.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29768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93A2E"/>
                </a:solidFill>
                <a:latin typeface="Georgia"/>
              </a:rPr>
              <a:t>The more you collect, the more you unlock.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D6962"/>
                </a:solidFill>
                <a:latin typeface="Aptos"/>
              </a:rPr>
              <a:t>Repo: github.com/0jz/passportsol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