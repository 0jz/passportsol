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926080" cy="292608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"/>
            <a:ext cx="1920240" cy="1920240"/>
          </a:xfrm>
          <a:prstGeom prst="rect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731520"/>
            <a:ext cx="1005840" cy="100584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PassportSOL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reputation for Solana.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3063240"/>
            <a:ext cx="3200400" cy="274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246120"/>
            <a:ext cx="1920240" cy="347472"/>
          </a:xfrm>
          <a:prstGeom prst="rect">
            <a:avLst/>
          </a:prstGeom>
          <a:solidFill>
            <a:srgbClr val="0F0F28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3246120"/>
            <a:ext cx="1920240" cy="347472"/>
          </a:xfrm>
          <a:prstGeom prst="rect">
            <a:avLst/>
          </a:prstGeom>
          <a:solidFill>
            <a:srgbClr val="0F0F28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LI.FI Bridge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246120"/>
            <a:ext cx="1920240" cy="347472"/>
          </a:xfrm>
          <a:prstGeom prst="rect">
            <a:avLst/>
          </a:prstGeom>
          <a:solidFill>
            <a:srgbClr val="0F0F28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Gitcoin Passport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Frontier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P R O B L E 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$94.5M</a:t>
            </a:r>
            <a:endParaRPr lang="en-US" sz="112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by bots in a single airdrop launch.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got nothing.  —  ZK Airdrop, 2024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2286000"/>
            <a:ext cx="1645920" cy="256032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G A 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749040" cy="393192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291840" cy="402336"/>
          </a:xfrm>
          <a:prstGeom prst="rect">
            <a:avLst/>
          </a:prstGeom>
          <a:solidFill>
            <a:srgbClr val="0C1A2E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on Solana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3291840" cy="402336"/>
          </a:xfrm>
          <a:prstGeom prst="rect">
            <a:avLst/>
          </a:prstGeom>
          <a:solidFill>
            <a:srgbClr val="0C1A2E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84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 domain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291840" cy="402336"/>
          </a:xfrm>
          <a:prstGeom prst="rect">
            <a:avLst/>
          </a:prstGeom>
          <a:solidFill>
            <a:srgbClr val="0C1A2E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054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events attended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26664"/>
            <a:ext cx="3291840" cy="402336"/>
          </a:xfrm>
          <a:prstGeom prst="rect">
            <a:avLst/>
          </a:prstGeom>
          <a:solidFill>
            <a:srgbClr val="0C1A2E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2666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verified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547872"/>
            <a:ext cx="3291840" cy="402336"/>
          </a:xfrm>
          <a:prstGeom prst="rect">
            <a:avLst/>
          </a:prstGeom>
          <a:solidFill>
            <a:srgbClr val="0C1A2E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478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voter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777240"/>
            <a:ext cx="3749040" cy="3931920"/>
          </a:xfrm>
          <a:prstGeom prst="rect">
            <a:avLst/>
          </a:prstGeom>
          <a:solidFill>
            <a:srgbClr val="0F0F2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57800" y="1463040"/>
            <a:ext cx="3291840" cy="402336"/>
          </a:xfrm>
          <a:prstGeom prst="rect">
            <a:avLst/>
          </a:prstGeom>
          <a:solidFill>
            <a:srgbClr val="140C1C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4630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3 days ago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57800" y="1984248"/>
            <a:ext cx="3291840" cy="402336"/>
          </a:xfrm>
          <a:prstGeom prst="rect">
            <a:avLst/>
          </a:prstGeom>
          <a:solidFill>
            <a:srgbClr val="140C1C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9842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57800" y="2505456"/>
            <a:ext cx="3291840" cy="402336"/>
          </a:xfrm>
          <a:prstGeom prst="rect">
            <a:avLst/>
          </a:prstGeom>
          <a:solidFill>
            <a:srgbClr val="140C1C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5054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57800" y="3026664"/>
            <a:ext cx="3291840" cy="402336"/>
          </a:xfrm>
          <a:prstGeom prst="rect">
            <a:avLst/>
          </a:prstGeom>
          <a:solidFill>
            <a:srgbClr val="140C1C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02666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57800" y="3547872"/>
            <a:ext cx="3291840" cy="402336"/>
          </a:xfrm>
          <a:prstGeom prst="rect">
            <a:avLst/>
          </a:prstGeom>
          <a:solidFill>
            <a:srgbClr val="140C1C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5478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stamps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69080" y="2103120"/>
            <a:ext cx="960120" cy="960120"/>
          </a:xfrm>
          <a:prstGeom prst="rect">
            <a:avLst/>
          </a:prstGeom>
          <a:solidFill>
            <a:srgbClr val="3D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21031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3840480" y="3200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S O L U T I O 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Solana story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badge collection.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wallet. Every verified 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badge. More badges = higher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bigger reward.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685800"/>
            <a:ext cx="2148840" cy="123444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0" y="685800"/>
            <a:ext cx="21488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7955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2527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812280" y="685800"/>
            <a:ext cx="2148840" cy="1234440"/>
          </a:xfrm>
          <a:prstGeom prst="rect">
            <a:avLst/>
          </a:prstGeom>
          <a:solidFill>
            <a:srgbClr val="0F0F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685800"/>
            <a:ext cx="21488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79552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Stamp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12527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2148840" cy="1234440"/>
          </a:xfrm>
          <a:prstGeom prst="rect">
            <a:avLst/>
          </a:prstGeom>
          <a:solidFill>
            <a:srgbClr val="0F0F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103120"/>
            <a:ext cx="21488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2128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 Domain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6700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812280" y="2103120"/>
            <a:ext cx="2148840" cy="123444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2103120"/>
            <a:ext cx="21488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2128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6700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2148840" cy="1234440"/>
          </a:xfrm>
          <a:prstGeom prst="rect">
            <a:avLst/>
          </a:prstGeom>
          <a:solidFill>
            <a:srgbClr val="0F0F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520440"/>
            <a:ext cx="21488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630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Identity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40873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812280" y="3520440"/>
            <a:ext cx="2148840" cy="1234440"/>
          </a:xfrm>
          <a:prstGeom prst="rect">
            <a:avLst/>
          </a:prstGeom>
          <a:solidFill>
            <a:srgbClr val="0F0F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520440"/>
            <a:ext cx="21488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630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12280" y="40873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W   I T   W O R K 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steps. One passport.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011680" cy="3200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00200"/>
            <a:ext cx="594360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LI.FI moves any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to Solana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04288" y="2587752"/>
            <a:ext cx="164592" cy="274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463040"/>
            <a:ext cx="2011680" cy="3200400"/>
          </a:xfrm>
          <a:prstGeom prst="rect">
            <a:avLst/>
          </a:prstGeom>
          <a:solidFill>
            <a:srgbClr val="0F0F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328" y="1600200"/>
            <a:ext cx="5943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Stamps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87168" y="2834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GitHub,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.sol, wallet 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17136" y="2587752"/>
            <a:ext cx="164592" cy="274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1463040"/>
            <a:ext cx="2011680" cy="3200400"/>
          </a:xfrm>
          <a:prstGeom prst="rect">
            <a:avLst/>
          </a:prstGeom>
          <a:solidFill>
            <a:srgbClr val="0F0F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37176" y="1600200"/>
            <a:ext cx="5943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0016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Passport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0016" y="2834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tx. All badges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on-chain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9984" y="2587752"/>
            <a:ext cx="164592" cy="274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1463040"/>
            <a:ext cx="2011680" cy="320040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0024" y="1600200"/>
            <a:ext cx="594360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12864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Rewards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12864" y="28346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fans win.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get nothing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1A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bridge. No stamps. No airdrop.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S I N E S S   M O D E 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pay.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do.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4069080" cy="274320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874520"/>
            <a:ext cx="406908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933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274320" y="361188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· Mint · Earn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874520"/>
            <a:ext cx="4069080" cy="2743200"/>
          </a:xfrm>
          <a:prstGeom prst="rect">
            <a:avLst/>
          </a:prstGeom>
          <a:solidFill>
            <a:srgbClr val="0F0F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874520"/>
            <a:ext cx="40690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993392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46888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8800" dirty="0"/>
          </a:p>
        </p:txBody>
      </p:sp>
      <p:sp>
        <p:nvSpPr>
          <p:cNvPr id="14" name="Text 12"/>
          <p:cNvSpPr/>
          <p:nvPr/>
        </p:nvSpPr>
        <p:spPr>
          <a:xfrm>
            <a:off x="4800600" y="361188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to start  |  $0.05 per call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teams · DAOs · Event orgs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M O A 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can't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time.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754880" y="777240"/>
            <a:ext cx="822960" cy="822960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2yr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5000" y="777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11612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wallet history can't be manufactured overnight.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822960" cy="822960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25786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attendance stamps require physical presence.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611880"/>
            <a:ext cx="822960" cy="822960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611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39959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user makes the signal richer for everyone.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5029200" cy="27432"/>
          </a:xfrm>
          <a:prstGeom prst="rect">
            <a:avLst/>
          </a:prstGeom>
          <a:solidFill>
            <a:srgbClr val="1E1E42"/>
          </a:solidFill>
          <a:ln w="12700">
            <a:solidFill>
              <a:srgbClr val="1E1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compounds. That's the moat.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O S T - H A C K A T H O 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project.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call.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" y="2194560"/>
            <a:ext cx="4572000" cy="1828800"/>
          </a:xfrm>
          <a:prstGeom prst="rect">
            <a:avLst/>
          </a:prstGeom>
          <a:solidFill>
            <a:srgbClr val="0808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8600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/api/verify?address=7xKp…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"score"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24.5,
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"eligible"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true,
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"stamps"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["GitHub:user"]
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4096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set their own threshold. We handle identity.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685800"/>
            <a:ext cx="3657600" cy="59436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685800"/>
            <a:ext cx="73152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6858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 whitelist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1490472"/>
            <a:ext cx="3657600" cy="594360"/>
          </a:xfrm>
          <a:prstGeom prst="rect">
            <a:avLst/>
          </a:prstGeom>
          <a:solidFill>
            <a:srgbClr val="0F0F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490472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4904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gated mints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2295144"/>
            <a:ext cx="3657600" cy="594360"/>
          </a:xfrm>
          <a:prstGeom prst="rect">
            <a:avLst/>
          </a:prstGeom>
          <a:solidFill>
            <a:srgbClr val="0F0F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295144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29514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voting weight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3099816"/>
            <a:ext cx="3657600" cy="594360"/>
          </a:xfrm>
          <a:prstGeom prst="rect">
            <a:avLst/>
          </a:prstGeom>
          <a:solidFill>
            <a:srgbClr val="0F0F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3099816"/>
            <a:ext cx="73152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309981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role gating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3904488"/>
            <a:ext cx="3657600" cy="594360"/>
          </a:xfrm>
          <a:prstGeom prst="rect">
            <a:avLst/>
          </a:prstGeom>
          <a:solidFill>
            <a:srgbClr val="0F0F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3904488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90448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credit scoring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devnet  |  github.com/0jz/passportsol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A 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691640" cy="1691640"/>
          </a:xfrm>
          <a:prstGeom prst="rect">
            <a:avLst/>
          </a:prstGeom>
          <a:solidFill>
            <a:srgbClr val="22D3EE">
              <a:alpha val="2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75688" y="2926080"/>
            <a:ext cx="347472" cy="320040"/>
          </a:xfrm>
          <a:prstGeom prst="rect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015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Surname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84048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34440" y="4178808"/>
            <a:ext cx="6858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1554480"/>
            <a:ext cx="1691640" cy="1691640"/>
          </a:xfrm>
          <a:prstGeom prst="rect">
            <a:avLst/>
          </a:prstGeom>
          <a:solidFill>
            <a:srgbClr val="7C3AED">
              <a:alpha val="2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2926080"/>
            <a:ext cx="347472" cy="32004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34015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Surname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27832" y="384048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0792" y="4178808"/>
            <a:ext cx="685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1554480"/>
            <a:ext cx="1691640" cy="1691640"/>
          </a:xfrm>
          <a:prstGeom prst="rect">
            <a:avLst/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2926080"/>
            <a:ext cx="347472" cy="32004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34015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Surname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44184" y="3840480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67144" y="4178808"/>
            <a:ext cx="685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github.com/0jz/passportsol  |  Colosseum Frontier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PassportSOL Pitch</dc:title>
  <dc:subject>PptxGenJS Presentation</dc:subject>
  <dc:creator>PptxGenJS</dc:creator>
  <cp:lastModifiedBy>PptxGenJS</cp:lastModifiedBy>
  <cp:revision>1</cp:revision>
  <dcterms:created xsi:type="dcterms:W3CDTF">2026-05-12T10:03:48Z</dcterms:created>
  <dcterms:modified xsi:type="dcterms:W3CDTF">2026-05-12T10:03:48Z</dcterms:modified>
</cp:coreProperties>
</file>